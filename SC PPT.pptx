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2286-BA51-DFC4-27FF-160BE4C01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484DD4-8F2A-2B0A-B04B-F63CEE76C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F8C73-96F3-458F-FB53-106545888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4BC06-E364-4D29-8309-488D89A2227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AD2EA-F2D8-20A7-E088-231009FE9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CE040-C424-48D3-075A-16C52763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1EDE7-79AE-4158-B64E-FDAECA674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97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7CBF-8E85-15ED-AD7C-D3044D08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F2D46-AF79-66B5-3544-7FC67EC59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F2697-EE10-BE02-4D1F-356A16487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4BC06-E364-4D29-8309-488D89A2227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B41B9-7E1B-B399-1C4C-A772EFB24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8468-60FA-DA6D-D418-C58689BD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1EDE7-79AE-4158-B64E-FDAECA674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852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9919-070D-D179-B5BF-1DAA40EBA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2D874-0F0E-D740-2F8D-04053356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EE9C9-1D70-9BDB-FE00-4B0787EBC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4BC06-E364-4D29-8309-488D89A2227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0DF01-1AA2-BA2D-B00F-B883DF714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C62C1-BCDB-8CE2-F3F0-80338B70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1EDE7-79AE-4158-B64E-FDAECA674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319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E69F-C456-4B14-F9F9-4378F3E0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AB105-AE38-F191-421D-CC9D5BDB8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B8952-58FC-18D7-7A71-53498B793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AC53C-38A9-5336-E3AF-DD8D73E1C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4BC06-E364-4D29-8309-488D89A2227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3F7FD-F2CB-903D-A100-7CF99F4F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194C5-6AE6-D3BB-ED63-5895DBED0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1EDE7-79AE-4158-B64E-FDAECA674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517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3146-04F2-10FE-33F2-B37476807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11856-BE30-50C0-ABE3-FE7EC7BA9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96A37-76F3-6D8A-A65C-97AF8594C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1B926-3A81-DF2C-5959-09A20661B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A4F21-1645-583E-6EAC-D1E04EAF0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503D6F-7A18-44A4-6BC0-403958D48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4BC06-E364-4D29-8309-488D89A2227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85D3C1-ECC1-16DC-8977-7CC912B46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7A8AA5-EC75-4791-4E08-E3BB9F866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1EDE7-79AE-4158-B64E-FDAECA674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21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3156F-3606-F95E-4605-EBB24BA8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6F1CC2-D3A5-B30E-B0DC-7E14D407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4BC06-E364-4D29-8309-488D89A2227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9E4AC7-8B57-4AA7-C84A-88194AAF3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C9275-9F7C-1FE1-7084-F0C66596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1EDE7-79AE-4158-B64E-FDAECA674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57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BD08A0-0252-0FEB-EA7F-92922D34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4BC06-E364-4D29-8309-488D89A2227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2BFD11-9902-D6FE-E4B0-42248EC70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C91C1-51AC-6686-3C11-EC7BBE50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1EDE7-79AE-4158-B64E-FDAECA674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75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4BC5-F5AB-AF8E-72DD-86DEF0E58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646BC-89AD-B2D9-5D73-D008EF0EA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294EC-4AE8-62C7-29E3-D4891A139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6121F-2C30-5E81-AE51-90555D61D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4BC06-E364-4D29-8309-488D89A2227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502B8-3CA3-EF50-DF91-50D77E9C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6CDDF-0E31-F7B9-7403-EB22F7AC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1EDE7-79AE-4158-B64E-FDAECA674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873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81034-890B-392B-FA0B-C3EBDD47F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A2A2DF-C2E3-5F45-941F-C6DC07B68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570E7-ABBC-F331-E0CB-2CADDAE8A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AA47C-A49D-1DAC-A7ED-494024ED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4BC06-E364-4D29-8309-488D89A2227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B0B68-2A2D-AB95-4CC3-266EC82BD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B1C39-F2F7-47E7-454B-06C0361DF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1EDE7-79AE-4158-B64E-FDAECA674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71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ABA0A-E44F-9CF5-D1E1-3CAF176B0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81C0B-7011-23EF-1500-71A2EB77C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B43F5-EADD-AAE6-AC1D-80758C80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4BC06-E364-4D29-8309-488D89A2227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52502-4A0C-F877-03F7-FB148F20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6E927-7FD3-F42C-7FEA-F17864C11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1EDE7-79AE-4158-B64E-FDAECA674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4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CD613-76A6-3C48-84A6-68EE60D29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6E7D0-1A31-4C9C-342B-6481E5FDE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6B0D6-36AE-6320-00D2-3A819041F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4BC06-E364-4D29-8309-488D89A2227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FC04E-6E38-E13B-5FCB-8E9D0076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45F6E-3313-087E-3417-A6B42BEE2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1EDE7-79AE-4158-B64E-FDAECA674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682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248">
              <a:srgbClr val="C5D3EC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0A8D5D-814A-EA1B-E9A8-65843E533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7D56D-A9D7-3A34-3355-FFB9BC3CC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28DFE-BB8D-111B-3A51-B6CD5E54E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4BC06-E364-4D29-8309-488D89A2227B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F84CD-67B1-24F3-E251-8C3B74FD4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EB64C-58C4-BDF3-0CD6-C9F768ECD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1EDE7-79AE-4158-B64E-FDAECA674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75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70D7D9-C51E-204F-22F0-D7FE42FBDF1C}"/>
              </a:ext>
            </a:extLst>
          </p:cNvPr>
          <p:cNvSpPr txBox="1"/>
          <p:nvPr/>
        </p:nvSpPr>
        <p:spPr>
          <a:xfrm>
            <a:off x="349135" y="249380"/>
            <a:ext cx="38238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INTRODUCTION: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94375-0E51-5935-F9E2-4DF3CDE110C1}"/>
              </a:ext>
            </a:extLst>
          </p:cNvPr>
          <p:cNvSpPr txBox="1"/>
          <p:nvPr/>
        </p:nvSpPr>
        <p:spPr>
          <a:xfrm>
            <a:off x="1021080" y="1446415"/>
            <a:ext cx="1027591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Objective: Build a semantic HTML search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Features: HTML scraping, cleaning, tokenization, embeddings, vector 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Stack: React (Frontend), </a:t>
            </a:r>
            <a:r>
              <a:rPr lang="en-IN" sz="3200" dirty="0" err="1"/>
              <a:t>FastAPI</a:t>
            </a:r>
            <a:r>
              <a:rPr lang="en-IN" sz="3200" dirty="0"/>
              <a:t> (Backend), Milvus (Vector DB).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Result: Intelligent retrieval of relevant text chunks from websites.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577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1664C6-BF9D-9640-BD54-2E874A05E7F0}"/>
              </a:ext>
            </a:extLst>
          </p:cNvPr>
          <p:cNvSpPr txBox="1"/>
          <p:nvPr/>
        </p:nvSpPr>
        <p:spPr>
          <a:xfrm>
            <a:off x="349134" y="249380"/>
            <a:ext cx="4472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FRONTEND DESIGN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5A050-B31C-64F3-68BF-3A45E0312763}"/>
              </a:ext>
            </a:extLst>
          </p:cNvPr>
          <p:cNvSpPr txBox="1"/>
          <p:nvPr/>
        </p:nvSpPr>
        <p:spPr>
          <a:xfrm>
            <a:off x="1021080" y="1446415"/>
            <a:ext cx="1066661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Built using React + Vite for fast development.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Inputs: Website URL + Search Query.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Outputs: Top 10 semantic results displayed in cards.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UX: Minimal, responsive, error-handling, loading indicators.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E494FE-3853-9E56-21AF-548E5D91E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3" t="14460" r="14773" b="24418"/>
          <a:stretch>
            <a:fillRect/>
          </a:stretch>
        </p:blipFill>
        <p:spPr>
          <a:xfrm>
            <a:off x="3345828" y="3640974"/>
            <a:ext cx="6454877" cy="279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974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9A32C-BB0A-FDE5-7E9F-B63A6FBE2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44296F-D5F5-CFC8-97A9-1BD1CB8BEF6E}"/>
              </a:ext>
            </a:extLst>
          </p:cNvPr>
          <p:cNvSpPr txBox="1"/>
          <p:nvPr/>
        </p:nvSpPr>
        <p:spPr>
          <a:xfrm>
            <a:off x="349134" y="249380"/>
            <a:ext cx="44556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BACKEND DESIGN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5608B-92B9-3ED2-A408-645A9947FD6A}"/>
              </a:ext>
            </a:extLst>
          </p:cNvPr>
          <p:cNvSpPr txBox="1"/>
          <p:nvPr/>
        </p:nvSpPr>
        <p:spPr>
          <a:xfrm>
            <a:off x="958042" y="1429790"/>
            <a:ext cx="668135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Fast API backend for routing and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HTML parsing via Beautiful Soup, removes scripts/styles.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NLP Tokenization using NLTK into 500-token chunks.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Sentence Transformer model generates embeddings.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059891-3316-0FD8-A819-94F849F86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396" y="1537658"/>
            <a:ext cx="3820058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363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C5017-7CCE-D4E5-78AA-99B50963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28BB8C-E07B-026D-69CF-33BA1F4233F8}"/>
              </a:ext>
            </a:extLst>
          </p:cNvPr>
          <p:cNvSpPr txBox="1"/>
          <p:nvPr/>
        </p:nvSpPr>
        <p:spPr>
          <a:xfrm>
            <a:off x="349135" y="249380"/>
            <a:ext cx="4480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VECTOR DATABASE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355793-6042-1F44-36CC-A00855CB752B}"/>
              </a:ext>
            </a:extLst>
          </p:cNvPr>
          <p:cNvSpPr txBox="1"/>
          <p:nvPr/>
        </p:nvSpPr>
        <p:spPr>
          <a:xfrm>
            <a:off x="1021080" y="1446415"/>
            <a:ext cx="1027591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Milvus used for scalable vector storage &amp; search.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Collection fields: </a:t>
            </a:r>
            <a:r>
              <a:rPr lang="en-US" sz="3200" dirty="0" err="1"/>
              <a:t>chunk_text</a:t>
            </a:r>
            <a:r>
              <a:rPr lang="en-US" sz="3200" dirty="0"/>
              <a:t> + embedding vector.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Query text converted to embedding → similarity search.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Returns top 10 most relevant semantic matches.</a:t>
            </a:r>
          </a:p>
        </p:txBody>
      </p:sp>
    </p:spTree>
    <p:extLst>
      <p:ext uri="{BB962C8B-B14F-4D97-AF65-F5344CB8AC3E}">
        <p14:creationId xmlns:p14="http://schemas.microsoft.com/office/powerpoint/2010/main" val="210540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27D5E-F385-CD7B-75C8-FE453643A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28BD6C-7CB0-3239-0287-11FF9E9426C7}"/>
              </a:ext>
            </a:extLst>
          </p:cNvPr>
          <p:cNvSpPr txBox="1"/>
          <p:nvPr/>
        </p:nvSpPr>
        <p:spPr>
          <a:xfrm>
            <a:off x="349135" y="249380"/>
            <a:ext cx="38238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CONCLUSION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5196E4-DDD4-4DF5-9B2D-38516E6C3199}"/>
              </a:ext>
            </a:extLst>
          </p:cNvPr>
          <p:cNvSpPr txBox="1"/>
          <p:nvPr/>
        </p:nvSpPr>
        <p:spPr>
          <a:xfrm>
            <a:off x="1021080" y="1446415"/>
            <a:ext cx="102759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Challenges: 403 blocks, HTML noise, NLP cleaning.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Learnings: Importance of clean preprocessing.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Future: Multi-page crawling, highlighting results, pagination, incremental indexing, authentication and user history.</a:t>
            </a:r>
          </a:p>
        </p:txBody>
      </p:sp>
    </p:spTree>
    <p:extLst>
      <p:ext uri="{BB962C8B-B14F-4D97-AF65-F5344CB8AC3E}">
        <p14:creationId xmlns:p14="http://schemas.microsoft.com/office/powerpoint/2010/main" val="3318058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205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YOGESHWAR KANCHAM</dc:creator>
  <cp:lastModifiedBy>YOGESHWAR KANCHAM</cp:lastModifiedBy>
  <cp:revision>2</cp:revision>
  <dcterms:created xsi:type="dcterms:W3CDTF">2025-11-14T09:37:38Z</dcterms:created>
  <dcterms:modified xsi:type="dcterms:W3CDTF">2025-11-14T11:04:37Z</dcterms:modified>
</cp:coreProperties>
</file>